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7240" y="1234440"/>
            <a:ext cx="71323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КОДИРОВАНИЯ</a:t>
            </a:r>
            <a:endParaRPr lang="ru-RU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00">
                <a:solidFill>
                  <a:srgbClr val="D0DCEC"/>
                </a:solidFill>
                <a:latin typeface="Aptos"/>
              </a:defRPr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написания, оформления и проверки исходного кода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9C8B58-6727-3411-8100-8AF5ADADCEAF}"/>
              </a:ext>
            </a:extLst>
          </p:cNvPr>
          <p:cNvSpPr/>
          <p:nvPr/>
        </p:nvSpPr>
        <p:spPr>
          <a:xfrm>
            <a:off x="11459208" y="0"/>
            <a:ext cx="711200" cy="6858000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35D3B73-1A84-6FFF-21B1-E3CABA421FEC}"/>
              </a:ext>
            </a:extLst>
          </p:cNvPr>
          <p:cNvSpPr/>
          <p:nvPr/>
        </p:nvSpPr>
        <p:spPr>
          <a:xfrm>
            <a:off x="0" y="6155267"/>
            <a:ext cx="11480799" cy="702733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лок-схема: решение 9">
            <a:extLst>
              <a:ext uri="{FF2B5EF4-FFF2-40B4-BE49-F238E27FC236}">
                <a16:creationId xmlns:a16="http://schemas.microsoft.com/office/drawing/2014/main" id="{5FF97A4E-14C9-95A0-ED0E-85716AC1E6CD}"/>
              </a:ext>
            </a:extLst>
          </p:cNvPr>
          <p:cNvSpPr/>
          <p:nvPr/>
        </p:nvSpPr>
        <p:spPr>
          <a:xfrm>
            <a:off x="7828702" y="1038756"/>
            <a:ext cx="829734" cy="1413933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лок-схема: решение 10">
            <a:extLst>
              <a:ext uri="{FF2B5EF4-FFF2-40B4-BE49-F238E27FC236}">
                <a16:creationId xmlns:a16="http://schemas.microsoft.com/office/drawing/2014/main" id="{3C45D8DA-77BF-6FD1-F5A6-8CE3972BDF58}"/>
              </a:ext>
            </a:extLst>
          </p:cNvPr>
          <p:cNvSpPr/>
          <p:nvPr/>
        </p:nvSpPr>
        <p:spPr>
          <a:xfrm>
            <a:off x="9017846" y="2011576"/>
            <a:ext cx="897467" cy="1405467"/>
          </a:xfrm>
          <a:prstGeom prst="flowChartDecisi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Блок-схема: решение 11">
            <a:extLst>
              <a:ext uri="{FF2B5EF4-FFF2-40B4-BE49-F238E27FC236}">
                <a16:creationId xmlns:a16="http://schemas.microsoft.com/office/drawing/2014/main" id="{91AA8B57-F8E2-8347-2A60-780AE6702DB5}"/>
              </a:ext>
            </a:extLst>
          </p:cNvPr>
          <p:cNvSpPr/>
          <p:nvPr/>
        </p:nvSpPr>
        <p:spPr>
          <a:xfrm>
            <a:off x="7665295" y="3124200"/>
            <a:ext cx="990600" cy="1413933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21048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кодирования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Стандарты кодирования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Набор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соглашений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именование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ошибок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Нужны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оставался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74920"/>
            <a:ext cx="10241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074920"/>
            <a:ext cx="82296" cy="822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5239512"/>
            <a:ext cx="9829800" cy="62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идея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изменить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58070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6513237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1554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4800600" cy="68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Читаемость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легче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изучать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понимать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82296" cy="1554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800600" cy="68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придерживаются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общих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82296" cy="155448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4800600" cy="68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дефектов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Проще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подозрительные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места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429000"/>
            <a:ext cx="82296" cy="1554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593592"/>
            <a:ext cx="4800600" cy="68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Легче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тестировать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исправлять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развивать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69219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кодирования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82296" cy="1828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108960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Именование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Названия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должны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отражать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переменных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функций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82296" cy="1828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27632"/>
            <a:ext cx="3108960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Единые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отступы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пробелы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скобок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82296" cy="1828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27632"/>
            <a:ext cx="3108960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Небольшие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понятные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логичное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82296" cy="1554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822191"/>
            <a:ext cx="4800600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Объясняют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дублируют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очевидный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82296" cy="1554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822191"/>
            <a:ext cx="4800600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входных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безопасная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ошибок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секретов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07989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749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82296" cy="3108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19072"/>
            <a:ext cx="4663440" cy="1936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Непоследовательно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totalPrice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cost+tax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= cost + tax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sum1=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cost+tax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имена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затрудняют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чтение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0749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82296" cy="3108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663440" cy="144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Единообразно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total_price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cost + tax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понятное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согласованный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стиль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074920"/>
            <a:ext cx="9601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0" y="5074920"/>
            <a:ext cx="82296" cy="685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5239512"/>
            <a:ext cx="9189720" cy="56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Примечание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соглашение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языка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17248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1600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4800600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43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PEP 8</a:t>
            </a: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82296" cy="1600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800600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43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Java Style Guide</a:t>
            </a: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82296" cy="1600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4800600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43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Core Guidelines</a:t>
            </a: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поддерживаемому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474720"/>
            <a:ext cx="82296" cy="1600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639312"/>
            <a:ext cx="4800600" cy="93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43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 CERT Coding Standards</a:t>
            </a: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ошибок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уязвимостей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4204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применяются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подходящее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договорённости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форматтеры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проверок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review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разработчиками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Обновлять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меняются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язык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029488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82296" cy="21945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3108960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форматирование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Ruff / Flake8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82296" cy="21945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10512"/>
            <a:ext cx="3108960" cy="1105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/ TypeScript</a:t>
            </a:r>
          </a:p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Prettier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форматирование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проблемных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79" y="164592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1645920"/>
            <a:ext cx="82296" cy="21945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810512"/>
            <a:ext cx="3108960" cy="889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логику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434840"/>
            <a:ext cx="9875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43000" y="4434840"/>
            <a:ext cx="82296" cy="822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599431"/>
            <a:ext cx="9464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соблюдать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заменяют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профессиональную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оценку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301195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82296" cy="32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4800600" cy="1628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Единообразный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Быстрее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ревью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Проще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новых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участников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Удобнее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проверок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82296" cy="32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64792"/>
            <a:ext cx="4800600" cy="1397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2630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гарантирует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ошибок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заменяет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гарантирует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язык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574021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кодирования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общие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повышают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упрощают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командную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языка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соглашения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Лучший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достигается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вместе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code review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проверками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349240"/>
            <a:ext cx="10058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5349240"/>
            <a:ext cx="82296" cy="6400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5513831"/>
            <a:ext cx="9646920" cy="56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630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Хороший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должен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рабочим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494</Words>
  <Application>Microsoft Office PowerPoint</Application>
  <PresentationFormat>Широкоэкранный</PresentationFormat>
  <Paragraphs>73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Роман Беляев</dc:creator>
  <cp:keywords/>
  <dc:description>generated using python-pptx</dc:description>
  <cp:lastModifiedBy>yulibelyae@yandex.ru</cp:lastModifiedBy>
  <cp:revision>2</cp:revision>
  <dcterms:created xsi:type="dcterms:W3CDTF">2013-01-27T09:14:16Z</dcterms:created>
  <dcterms:modified xsi:type="dcterms:W3CDTF">2026-10-11T13:45:22Z</dcterms:modified>
  <cp:category/>
</cp:coreProperties>
</file>